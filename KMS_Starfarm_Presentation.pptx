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KMS Starfarm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</a:defRPr>
            </a:pPr>
            <a:r>
              <a:t>Knowledge Management System for Agricultural KPI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82880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</a:defRPr>
            </a:pPr>
            <a:r>
              <a:t>AI-Powered Baseline Performance Tracking Across Value Chains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</a:defRPr>
            </a:pPr>
            <a:r>
              <a:t>System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Local-first architecture — no cloud dependency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Ollama LLM for AI-powered document analysis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FAISS vector store for semantic search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Supports PDF, DOCX, XLSX, TXT, CSV, images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Role-based access control (RBAC)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Organization &amp; team management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Conversational RAG chat interface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Automatic KPI extraction from documents</a:t>
            </a:r>
          </a:p>
        </p:txBody>
      </p:sp>
      <p:pic>
        <p:nvPicPr>
          <p:cNvPr id="5" name="Picture 4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</a:defRPr>
            </a:pPr>
            <a:r>
              <a:t>Document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Upload &amp; organize agricultural reports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Auto-parse with Docling or Mistral OCR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Folder hierarchy with drag &amp; drop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Bulk operations: parse, embed, delete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Enable/disable documents for KPI extraction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Document preview (PDF, Markdown, text)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Search across all documents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AI-powered summarization</a:t>
            </a:r>
          </a:p>
        </p:txBody>
      </p:sp>
      <p:pic>
        <p:nvPicPr>
          <p:cNvPr id="5" name="Picture 4" descr="07_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14400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</a:defRPr>
            </a:pPr>
            <a:r>
              <a:t>KPI Dashboard —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_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</a:defRPr>
            </a:pPr>
            <a:r>
              <a:t>Value Chain Analysis — Mango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13 KPI categories displayed as tabs:</a:t>
            </a:r>
            <a:br/>
            <a:r>
              <a:t>Productivity, Value Added, Income, Soil Quality,</a:t>
            </a:r>
            <a:br/>
            <a:r>
              <a:t>Exposure to Pesticides, Women's Empowerment,</a:t>
            </a:r>
            <a:br/>
            <a:r>
              <a:t>Youth Empowerment, Adaptive Capacity, Social Justice,</a:t>
            </a:r>
            <a:br/>
            <a:r>
              <a:t>Human Well-being, Nutrient Management,</a:t>
            </a:r>
            <a:br/>
            <a:r>
              <a:t>Crop Health, Water Sources</a:t>
            </a:r>
          </a:p>
        </p:txBody>
      </p:sp>
      <p:pic>
        <p:nvPicPr>
          <p:cNvPr id="5" name="Picture 4" descr="04_mango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6144768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AI-Powered KPI Extraction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284C7"/>
                </a:solidFill>
              </a:defRPr>
            </a:pPr>
            <a: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Upload agricultural documents (reports, surveys, field 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284C7"/>
                </a:solidFill>
              </a:defRPr>
            </a:pPr>
            <a:r>
              <a:t>Step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Parse &amp; embed documents into vector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284C7"/>
                </a:solidFill>
              </a:defRPr>
            </a:pPr>
            <a:r>
              <a:t>Step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Click 'Recalculate from Documents' on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284C7"/>
                </a:solidFill>
              </a:defRPr>
            </a:pPr>
            <a:r>
              <a:t>Step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154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LLM reads document content, understands meaning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284C7"/>
                </a:solidFill>
              </a:defRPr>
            </a:pPr>
            <a:r>
              <a:t>Step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749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Extracts KPI data: indicators, values, groups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284C7"/>
                </a:solidFill>
              </a:defRPr>
            </a:pPr>
            <a:r>
              <a:t>Step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343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Merges with baseline Excel data — preserves originals</a:t>
            </a:r>
          </a:p>
        </p:txBody>
      </p:sp>
      <p:pic>
        <p:nvPicPr>
          <p:cNvPr id="16" name="Picture 15" descr="04_mango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0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</a:defRPr>
            </a:pPr>
            <a:r>
              <a:t>Cross-Chain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Compare KPIs across all 4 value chains:</a:t>
            </a:r>
            <a:br/>
            <a:r>
              <a:t>Mango, Rice-Lotus, Rice-Shrimp, Coconut</a:t>
            </a:r>
            <a:br/>
            <a:br/>
            <a:r>
              <a:t>See how Worse-off, Better-off, Cooperative,</a:t>
            </a:r>
            <a:br/>
            <a:r>
              <a:t>and Independent groups perform across chains.</a:t>
            </a:r>
          </a:p>
        </p:txBody>
      </p:sp>
      <p:pic>
        <p:nvPicPr>
          <p:cNvPr id="5" name="Picture 4" descr="06_cross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6144768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</a:defRPr>
            </a:pPr>
            <a:r>
              <a:t>Conversational RAG Chat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Ask questions about your agricultural data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AI retrieves relevant documents via vector search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Streaming responses with source references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Upload documents directly from chat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Session persistence across page refreshes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Multiple retrieval strategies: semantic, keyword, hybrid</a:t>
            </a:r>
          </a:p>
        </p:txBody>
      </p:sp>
      <p:pic>
        <p:nvPicPr>
          <p:cNvPr id="5" name="Picture 4" descr="08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14400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</a:defRPr>
            </a:pPr>
            <a:r>
              <a:t>System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LLM Provider: Ollama (local inference)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Embedding: sentence-transformers/all-MiniLM-L6-v2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Vector Store: FAISS (local)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Database: LiteDB (local)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Task Queue: Celery + Redis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Parsing: Docling / Mistral OCR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All data stays on your machine</a:t>
            </a:r>
          </a:p>
        </p:txBody>
      </p:sp>
      <p:pic>
        <p:nvPicPr>
          <p:cNvPr id="5" name="Picture 4" descr="09_knowl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14400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71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React + Vite + Tailwind CSS + shadcn/ui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965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FastAPI (Python) + Celery workers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</a:defRPr>
            </a:pPr>
            <a:r>
              <a:t>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560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Ollama (llama3.2 / qwen3.5) — local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</a:defRPr>
            </a:pPr>
            <a:r>
              <a:t>Embeddings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154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HuggingFace sentence-transformers (local)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</a:defRPr>
            </a:pPr>
            <a:r>
              <a:t>Vector 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749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FAISS — fast similarity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</a:defRPr>
            </a:pPr>
            <a: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343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LiteDB — lightweight document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37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</a:defRPr>
            </a:pPr>
            <a:r>
              <a:t>Task Queue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937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Redis + Celery — async parsing &amp; summarization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Key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182880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Local-first — all data and AI stay on your machine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AI-powered — automatic KPI extraction from any document format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Multi-chain analysis — Mango, Rice, Coconut value chains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Social inclusion — track across Worse-off, Cooperative, Independent groups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Conversational interface — ask questions, get answers from your data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Extensible — plugin architecture, REST API, SDK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KMS Starfarm — Empowering Agricultural Knowledge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